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288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vtxo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gzit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qpe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ujmu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woea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vobg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vtlv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rwsj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zofdz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xeat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qtua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cnxv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btku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wvqj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fiyhd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jchh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icpc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hqepx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dtaa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kmtq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dkk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sty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ompn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vhrs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rwjx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jgcb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wuwi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conq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oqfq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xbqt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fqrm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pbk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bjkkx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gzfmj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zompq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eiwo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cnzyg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enaf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bcgm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vdof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zfrvt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qgxf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pbzk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wqbjp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cpj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afjf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jfip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xlar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xzdu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dxn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ffths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rxlm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abnd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ncc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npv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qhbt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ihgj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hxmr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nsqq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kegt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uqzil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zqtdv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qjbx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ftzww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fglb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puky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kvjp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abmkg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htsl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mpa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xg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rah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uzwc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0</Words>
  <Application>Microsoft Office PowerPoint</Application>
  <PresentationFormat>On-screen Show (4:3)</PresentationFormat>
  <Paragraphs>0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Asus</cp:lastModifiedBy>
  <cp:revision>3</cp:revision>
  <dcterms:created xsi:type="dcterms:W3CDTF">2013-01-27T09:14:16Z</dcterms:created>
  <dcterms:modified xsi:type="dcterms:W3CDTF">2025-08-14T06:13:48Z</dcterms:modified>
  <cp:category/>
</cp:coreProperties>
</file>